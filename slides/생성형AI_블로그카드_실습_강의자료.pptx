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737360"/>
            <a:ext cx="103628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관심을 글로 만들고,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글을 한 장으로 보여준다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4290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활용 실습 · 블로그 작성 + 관심 분야 카드 작성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58088" y="4114800"/>
            <a:ext cx="3108960" cy="502920"/>
          </a:xfrm>
          <a:prstGeom prst="roundRect">
            <a:avLst>
              <a:gd name="adj" fmla="val 49091"/>
            </a:avLst>
          </a:prstGeom>
          <a:solidFill>
            <a:srgbClr val="3F6B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58088" y="4114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분야 기획카드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41368" y="4114800"/>
            <a:ext cx="3108960" cy="502920"/>
          </a:xfrm>
          <a:prstGeom prst="roundRect">
            <a:avLst>
              <a:gd name="adj" fmla="val 49091"/>
            </a:avLst>
          </a:prstGeom>
          <a:solidFill>
            <a:srgbClr val="3F6B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41368" y="4114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블로그 초안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24648" y="4114800"/>
            <a:ext cx="3108960" cy="502920"/>
          </a:xfrm>
          <a:prstGeom prst="roundRect">
            <a:avLst>
              <a:gd name="adj" fmla="val 49091"/>
            </a:avLst>
          </a:prstGeom>
          <a:solidFill>
            <a:srgbClr val="3F6B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24648" y="4114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카드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502920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D6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가진 관심과 경험을 AI와 함께 정리해 하나의 글과 한 장의 카드로 만드는 시간입니다. 속도보다 순서가 중요합니다.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612648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활용 실습 강의자료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강사 소개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07592"/>
            <a:ext cx="1091153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배기영 강사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現) 주식회사 셀텍 대표이사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 현장 설비 개선 및 순환경제 기반 환경 솔루션 운영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절삭유 재활용·정제·자동공급 시스템 현장 적용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제조기업 업무자동화 및 AI 활용 컨설팅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· AI · 현장개선 융합 교육 — 블로그·카드뉴스·보고서·제안서 실습 중심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45643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3456432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글재주보다 질문의 순서가 중요합니다. 예쁜 글보다 쓸모 있는 결과물에 초점을 둡니다.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059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강의가 이론보다 실습 중심이라는 점을 이해했다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손 들기 셋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07592"/>
            <a:ext cx="1091153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블로그나 SNS에 글을 써보고 싶었는데 미룬 적 있는 분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ChatGPT에게 "글 써줘"라고 해본 분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좋아하거나 계속 이야기할 수 있는 분야가 하나라도 있는 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456432"/>
            <a:ext cx="10911535" cy="457200"/>
          </a:xfrm>
          <a:prstGeom prst="roundRect">
            <a:avLst>
              <a:gd name="adj" fmla="val 16000"/>
            </a:avLst>
          </a:prstGeom>
          <a:solidFill>
            <a:srgbClr val="E8EE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45643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옆자리는 독자입니다 — 서로 화면을 보여 주는 짝입니다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02336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4023360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블로그는 결국 누군가에게 말을 건네는 일입니다. 오늘 옆자리가 첫 번째 독자입니다.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2686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수강생이 자신의 시작점을 확인했다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9194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짝과 화면을 공유할 준비를 했다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시작 전 약속 셋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07592"/>
            <a:ext cx="1091153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초안은 완성본이 아니다 — 내가 읽고 고쳐야 내 글이 됩니다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없는 경험은 만들지 않는다 — AI가 지어낸 이야기는 내 콘텐츠가 아닙니다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책임은 사람이 진다 — 사실·표현·이미지·출처는 내가 확인합니다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456432"/>
            <a:ext cx="10911535" cy="457200"/>
          </a:xfrm>
          <a:prstGeom prst="roundRect">
            <a:avLst>
              <a:gd name="adj" fmla="val 16000"/>
            </a:avLst>
          </a:prstGeom>
          <a:solidFill>
            <a:srgbClr val="E8EE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45643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 드는 게 안전합니다 — 막힘은 능력 문제가 아닙니다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02336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4023360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오늘은 AI가 만든 것을 확인하고 다시 고치는 법을 더 중요하게 봅니다.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2686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결과물을 사람이 검토해야 한다는 원칙을 이해했다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9194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 경험·과장 표현·출처 없는 정보의 위험을 이해했다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지도 — 고른다 · 쓴다 · 보여준다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07592"/>
            <a:ext cx="3484778" cy="1828800"/>
          </a:xfrm>
          <a:prstGeom prst="roundRect">
            <a:avLst>
              <a:gd name="adj" fmla="val 5000"/>
            </a:avLst>
          </a:prstGeom>
          <a:solidFill>
            <a:srgbClr val="E8EE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472184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고른다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84832"/>
            <a:ext cx="32104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분야와 독자를 정한다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53458" y="1307592"/>
            <a:ext cx="3484778" cy="1828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90618" y="1472184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쓴다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90618" y="2084832"/>
            <a:ext cx="32104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인터뷰로 블로그 초안을 만든다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66837" y="1307592"/>
            <a:ext cx="3484778" cy="1828800"/>
          </a:xfrm>
          <a:prstGeom prst="roundRect">
            <a:avLst>
              <a:gd name="adj" fmla="val 5000"/>
            </a:avLst>
          </a:prstGeom>
          <a:solidFill>
            <a:srgbClr val="E8EE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03997" y="1472184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보여준다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03997" y="2084832"/>
            <a:ext cx="32104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블로그를 한 장 카드로 줄인다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364992"/>
            <a:ext cx="10911535" cy="457200"/>
          </a:xfrm>
          <a:prstGeom prst="roundRect">
            <a:avLst>
              <a:gd name="adj" fmla="val 16000"/>
            </a:avLst>
          </a:prstGeom>
          <a:solidFill>
            <a:srgbClr val="E8EE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36499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→ 질문 → 경험 → 글 → 검토 → 카드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3931920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순서를 익히면 블로그뿐 아니라 보고서·제안서·SNS 글에도 그대로 쓸 수 있습니다.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5354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수업의 3단계 흐름을 이해했다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흐름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0759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5교시 · 실습 8개 · 파일 3개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81912"/>
            <a:ext cx="1091153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1교시 관심 분야 고르기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2교시 관심 분야 기획카드 만들기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3교시 AI 인터뷰로 블로그 구조 만들기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4교시 블로그 초안 작성과 검토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5교시 관심 분야 카드 만들기와 발표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730752"/>
            <a:ext cx="10911535" cy="457200"/>
          </a:xfrm>
          <a:prstGeom prst="roundRect">
            <a:avLst>
              <a:gd name="adj" fmla="val 16000"/>
            </a:avLst>
          </a:prstGeom>
          <a:solidFill>
            <a:srgbClr val="E8EE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73075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쉬는 시간은 교시마다 10분 · 막히면 손 — 기다리지 말고 바로 해결합니다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4297680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중간에 잘 안 되는 화면이 나와도 괜찮습니다. 그 화면이 오늘의 교재입니다.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90118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수강생이 전체 시간표를 확인했다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12단계 지도 — 콘텐츠 하나로 하루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07592"/>
            <a:ext cx="2604440" cy="566928"/>
          </a:xfrm>
          <a:prstGeom prst="roundRect">
            <a:avLst>
              <a:gd name="adj" fmla="val 12903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07592"/>
            <a:ext cx="260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결과 먼저 보기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09112" y="1307592"/>
            <a:ext cx="2604440" cy="566928"/>
          </a:xfrm>
          <a:prstGeom prst="roundRect">
            <a:avLst>
              <a:gd name="adj" fmla="val 12903"/>
            </a:avLst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09112" y="1307592"/>
            <a:ext cx="260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내 관심 진단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8144" y="1307592"/>
            <a:ext cx="2604440" cy="566928"/>
          </a:xfrm>
          <a:prstGeom prst="roundRect">
            <a:avLst>
              <a:gd name="adj" fmla="val 12903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78144" y="1307592"/>
            <a:ext cx="260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관심 분야 고르기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47175" y="1307592"/>
            <a:ext cx="2604440" cy="566928"/>
          </a:xfrm>
          <a:prstGeom prst="roundRect">
            <a:avLst>
              <a:gd name="adj" fmla="val 12903"/>
            </a:avLst>
          </a:prstGeom>
          <a:solidFill>
            <a:srgbClr val="F4F5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47175" y="1307592"/>
            <a:ext cx="260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독자 정하기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039112"/>
            <a:ext cx="2604440" cy="566928"/>
          </a:xfrm>
          <a:prstGeom prst="roundRect">
            <a:avLst>
              <a:gd name="adj" fmla="val 12903"/>
            </a:avLst>
          </a:prstGeom>
          <a:solidFill>
            <a:srgbClr val="F4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039112"/>
            <a:ext cx="260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기획카드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09112" y="2039112"/>
            <a:ext cx="2604440" cy="566928"/>
          </a:xfrm>
          <a:prstGeom prst="roundRect">
            <a:avLst>
              <a:gd name="adj" fmla="val 12903"/>
            </a:avLst>
          </a:prstGeom>
          <a:solidFill>
            <a:srgbClr val="F4F5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09112" y="2039112"/>
            <a:ext cx="260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소재 인터뷰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8144" y="2039112"/>
            <a:ext cx="2604440" cy="566928"/>
          </a:xfrm>
          <a:prstGeom prst="roundRect">
            <a:avLst>
              <a:gd name="adj" fmla="val 12903"/>
            </a:avLst>
          </a:prstGeom>
          <a:solidFill>
            <a:srgbClr val="F4F5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78144" y="2039112"/>
            <a:ext cx="260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블로그 목차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47175" y="2039112"/>
            <a:ext cx="2604440" cy="566928"/>
          </a:xfrm>
          <a:prstGeom prst="roundRect">
            <a:avLst>
              <a:gd name="adj" fmla="val 12903"/>
            </a:avLst>
          </a:prstGeom>
          <a:solidFill>
            <a:srgbClr val="F4F5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47175" y="2039112"/>
            <a:ext cx="260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블로그 초안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2770632"/>
            <a:ext cx="2604440" cy="566928"/>
          </a:xfrm>
          <a:prstGeom prst="roundRect">
            <a:avLst>
              <a:gd name="adj" fmla="val 12903"/>
            </a:avLst>
          </a:prstGeom>
          <a:solidFill>
            <a:srgbClr val="F4F5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2770632"/>
            <a:ext cx="260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 AI 냄새 줄이기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09112" y="2770632"/>
            <a:ext cx="2604440" cy="566928"/>
          </a:xfrm>
          <a:prstGeom prst="roundRect">
            <a:avLst>
              <a:gd name="adj" fmla="val 12903"/>
            </a:avLst>
          </a:prstGeom>
          <a:solidFill>
            <a:srgbClr val="F4F5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409112" y="2770632"/>
            <a:ext cx="260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⑩ 사실·표현 검토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8144" y="2770632"/>
            <a:ext cx="2604440" cy="566928"/>
          </a:xfrm>
          <a:prstGeom prst="roundRect">
            <a:avLst>
              <a:gd name="adj" fmla="val 12903"/>
            </a:avLst>
          </a:prstGeom>
          <a:solidFill>
            <a:srgbClr val="F4F5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8144" y="2770632"/>
            <a:ext cx="260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⑪ 한 장 카드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47175" y="2770632"/>
            <a:ext cx="2604440" cy="566928"/>
          </a:xfrm>
          <a:prstGeom prst="roundRect">
            <a:avLst>
              <a:gd name="adj" fmla="val 12903"/>
            </a:avLst>
          </a:prstGeom>
          <a:solidFill>
            <a:srgbClr val="F4F5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47175" y="2770632"/>
            <a:ext cx="260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⑫ 발표·가져가기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3547872"/>
            <a:ext cx="10911535" cy="457200"/>
          </a:xfrm>
          <a:prstGeom prst="roundRect">
            <a:avLst>
              <a:gd name="adj" fmla="val 16000"/>
            </a:avLst>
          </a:prstGeom>
          <a:solidFill>
            <a:srgbClr val="E8EE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354787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시연은 예제로 · 여러분은 두 레인 중 하나 — 따라 만들기 / 내 것으로 바꾸기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11480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4672" y="4114800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단계, 같은 시간에 함께 움직이는 것이 중요합니다.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71830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 만들기와 내 것으로 바꾸기 중 하나를 선택했다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저녁, 이 세 파일이 있으면 완주입니다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07592"/>
            <a:ext cx="1091153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내_결과물\블로그카드_실습\ 안에 세 파일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D1_01_나의_관심분야_기획카드 — 관심 분야, 독자, 핵심 메시지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D1_02_나의_블로그_완성본 — 제목, 본문, 최종 검토 내용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D1_03_관심분야_콘텐츠카드 — 한 장 카드 또는 카드뉴스 구성안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456432"/>
            <a:ext cx="10911535" cy="457200"/>
          </a:xfrm>
          <a:prstGeom prst="roundRect">
            <a:avLst>
              <a:gd name="adj" fmla="val 16000"/>
            </a:avLst>
          </a:prstGeom>
          <a:solidFill>
            <a:srgbClr val="E8EE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45643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생각 하나 → 글 하나 → 카드 하나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02336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4023360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대단한 작품이 아니라 내 생각이 담긴 파일 세 개를 남기는 것입니다.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2686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결과물 저장 폴더를 만들었다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9194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 기준 파일 3개를 이해했다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워밍업 — 오늘 쓸 폴더 만들기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6187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5분 · 새 대화 · 폴더부터 확인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82496"/>
            <a:ext cx="10911535" cy="3608222"/>
          </a:xfrm>
          <a:prstGeom prst="roundRect">
            <a:avLst>
              <a:gd name="adj" fmla="val 2027"/>
            </a:avLst>
          </a:prstGeom>
          <a:solidFill>
            <a:srgbClr val="F4F5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77095" y="153619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77095" y="15361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복사해서 붙여넣기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10512"/>
            <a:ext cx="10545775" cy="3352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내 컴퓨터에 오늘 수업 결과물을 저장할 폴더를 만들려고 해.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폴더 이름은 다음과 같이 정할 거야.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내_결과물\블로그카드_실습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 폴더 안에 오늘 만들 파일 3개를 저장할 예정이야.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D1_01_나의_관심분야_기획카드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D1_02_나의_블로그_완성본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D1_03_관심분야_콘텐츠카드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오늘 수업 결과물을 잃어버리지 않도록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파일 저장 규칙을 아주 쉽게 설명해 줘.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5418734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5418734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결과를 만들었는데 어디 저장했는지 모르는 일이 가장 많이 생깁니다. 폴더부터 정합니다.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96737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폴더를 만들었다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25998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결과물 파일명을 확인했다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09728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9FB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50876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관심 분야로 시작하기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645920" y="2606040"/>
            <a:ext cx="8899855" cy="960120"/>
          </a:xfrm>
          <a:prstGeom prst="roundRect">
            <a:avLst>
              <a:gd name="adj" fmla="val 9524"/>
            </a:avLst>
          </a:prstGeom>
          <a:solidFill>
            <a:srgbClr val="3F6B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20240" y="2606040"/>
            <a:ext cx="8351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 사람은 자신이 계속 말할 수 있는 주제로 오래 갑니다 "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3840480"/>
            <a:ext cx="92656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6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관심을 찾고, 글감으로 바꿉니다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6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30분 · 실습 2개 · 남는 파일 D1_01_나의_관심분야_기획카드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6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단계 ② ③ ④ ⑤ / 12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5074920"/>
            <a:ext cx="2130552" cy="0"/>
          </a:xfrm>
          <a:prstGeom prst="line">
            <a:avLst/>
          </a:prstGeom>
          <a:noFill/>
          <a:ln w="12700">
            <a:solidFill>
              <a:srgbClr val="6E8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5349240"/>
            <a:ext cx="8534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FC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자주 하는 것, 자꾸 찾아보는 것, 사람들이 나에게 묻는 것에서 시작해도 충분합니다.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454335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관심 분야는 거창할 필요가 없습니다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07592"/>
            <a:ext cx="2604440" cy="53035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07592"/>
            <a:ext cx="260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골프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09112" y="1307592"/>
            <a:ext cx="2604440" cy="53035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09112" y="1307592"/>
            <a:ext cx="260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8144" y="1307592"/>
            <a:ext cx="2604440" cy="53035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78144" y="1307592"/>
            <a:ext cx="260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요리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947175" y="1307592"/>
            <a:ext cx="2604440" cy="53035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47175" y="1307592"/>
            <a:ext cx="260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반려동물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002536"/>
            <a:ext cx="2604440" cy="53035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002536"/>
            <a:ext cx="260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건강관리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09112" y="2002536"/>
            <a:ext cx="2604440" cy="53035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09112" y="2002536"/>
            <a:ext cx="260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재테크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8144" y="2002536"/>
            <a:ext cx="2604440" cy="53035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78144" y="2002536"/>
            <a:ext cx="260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자동차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47175" y="2002536"/>
            <a:ext cx="2604440" cy="53035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47175" y="2002536"/>
            <a:ext cx="260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2697480"/>
            <a:ext cx="2604440" cy="53035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2697480"/>
            <a:ext cx="260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업무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409112" y="2697480"/>
            <a:ext cx="2604440" cy="53035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409112" y="2697480"/>
            <a:ext cx="260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책과 영화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78144" y="2697480"/>
            <a:ext cx="2604440" cy="53035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8144" y="2697480"/>
            <a:ext cx="260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맛집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947175" y="2697480"/>
            <a:ext cx="2604440" cy="530352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47175" y="2697480"/>
            <a:ext cx="260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하는 전문업무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3438144"/>
            <a:ext cx="10911535" cy="457200"/>
          </a:xfrm>
          <a:prstGeom prst="roundRect">
            <a:avLst>
              <a:gd name="adj" fmla="val 16000"/>
            </a:avLst>
          </a:prstGeom>
          <a:solidFill>
            <a:srgbClr val="E8EE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3438144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콘텐츠는 내가 계속 이야기할 수 있는 주제에서 시작합니다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0050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4672" y="4005072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중요한 것은 전문성이 아니라 계속 이야기할 수 있느냐입니다.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60857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수강생이 후보 주제를 2개 이상 떠올렸다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01 — 내 관심 진단하기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26464"/>
            <a:ext cx="10911535" cy="3535070"/>
          </a:xfrm>
          <a:prstGeom prst="roundRect">
            <a:avLst>
              <a:gd name="adj" fmla="val 2069"/>
            </a:avLst>
          </a:prstGeom>
          <a:solidFill>
            <a:srgbClr val="F4F5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77095" y="12801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77095" y="12801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복사해서 붙여넣기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554480"/>
            <a:ext cx="10545775" cy="3279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나는 앞으로 내가 관심 있는 분야를 활용해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블로그와 콘텐츠 카드를 만들어 보고 싶어.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아직 어떤 주제로 시작할지 명확하지 않아.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나에게 한 번에 질문을 많이 하지 말고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다음 순서로 하나씩 질문해 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내가 좋아하는 것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내가 자주 하는 것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사람들이 나에게 자주 물어보는 것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내가 경험이 있는 것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앞으로 더 공부하고 싶은 것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내 답변을 모두 들은 다음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추천 관심 분야 5개 ② 이유 ③ 블로그로 만들기 쉬운 정도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 콘텐츠를 계속 만들 수 있는 정도를 표로 정리해 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아직 블로그 글은 작성하지 마. 먼저 주제만 결정하자.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508955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5089550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"아직 글을 쓰지 말라"가 핵심입니다. AI보다 먼저 방향을 정합니다.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63819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질문을 하나씩 시작했다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095848" y="563819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관심 분야 5개 표를 받았다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930798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그중 하나를 선택했다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 가지 질문으로 주제를 좁힙니다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07592"/>
            <a:ext cx="1091153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계속 말할 수 있는가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누군가에게 도움이 되는가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안에 글 하나로 만들 수 있는가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456432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E8EE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547872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▸"/>
            </a:pPr>
            <a:r>
              <a:rPr lang="en-US" sz="11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건강관리 → 아침 걷기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▸"/>
            </a:pPr>
            <a:r>
              <a:rPr lang="en-US" sz="11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재테크 → 50대 가계부 습관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▸"/>
            </a:pPr>
            <a:r>
              <a:rPr lang="en-US" sz="11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골프 → 초보자가 라운딩 전 챙길 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4370832"/>
            <a:ext cx="10911535" cy="457200"/>
          </a:xfrm>
          <a:prstGeom prst="roundRect">
            <a:avLst>
              <a:gd name="adj" fmla="val 16000"/>
            </a:avLst>
          </a:prstGeom>
          <a:solidFill>
            <a:srgbClr val="E8EE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37083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넓은 주제보다 작은 주제가 오늘은 좋습니다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93776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4937760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 주제가 너무 크면 글이 흐려집니다. 오늘은 좁게 잡아야 완성됩니다.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54126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주제를 작은 주제로 줄였다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8338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작성할 수 있는 범위로 정했다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02 — 독자 정하기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26464"/>
            <a:ext cx="10911535" cy="3864254"/>
          </a:xfrm>
          <a:prstGeom prst="roundRect">
            <a:avLst>
              <a:gd name="adj" fmla="val 1893"/>
            </a:avLst>
          </a:prstGeom>
          <a:solidFill>
            <a:srgbClr val="F4F5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77095" y="12801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77095" y="12801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복사해서 붙여넣기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554480"/>
            <a:ext cx="10545775" cy="3608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내가 선택한 관심 분야는 다음과 같아.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[관심 분야 입력]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 주제로 블로그 글과 콘텐츠 카드를 만들려고 해.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먼저 독자를 정하고 싶어.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다음 기준으로 독자 후보를 5개 추천해 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어떤 사람인지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그 사람이 궁금해할 내용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내가 줄 수 있는 도움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블로그 글로 쓰기 쉬운 정도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카드 콘텐츠로 만들기 쉬운 정도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표로 정리해 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너무 넓은 독자보다는 구체적인 사람을 추천해 줘.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5418734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5418734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"모든 사람"에게 쓰는 글은 대개 아무에게도 닿지 않습니다. 한 사람에게 말하듯 정합니다.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6737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독자 후보 5개를 받았다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25998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글을 읽을 독자 1명을 정했다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03 — 관심 분야 기획카드 만들기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26464"/>
            <a:ext cx="10911535" cy="3535070"/>
          </a:xfrm>
          <a:prstGeom prst="roundRect">
            <a:avLst>
              <a:gd name="adj" fmla="val 2069"/>
            </a:avLst>
          </a:prstGeom>
          <a:solidFill>
            <a:srgbClr val="F4F5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77095" y="12801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77095" y="12801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복사해서 붙여넣기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554480"/>
            <a:ext cx="10545775" cy="3279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내가 선택한 관심 분야는 다음과 같아.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관심 분야: [입력]  독자: [입력]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 분야로 블로그와 콘텐츠 카드를 계속 만들어 보려고 해.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다음 항목으로 '나의 관심 분야 기획카드'를 만들어 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관심 분야  2. 관심 있는 이유  3. 내가 가진 경험이나 지식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주요 독자  5. 독자가 궁금해할 내용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앞으로 만들 수 있는 콘텐츠 주제 10개  7. 차별화 포인트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어려운 표현을 피하고 내가 직접 작성한 것처럼 자연스럽게 작성해 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모르는 경험이나 사실은 만들어내지 말고 필요하면 질문해 줘.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508955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5089550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첫 번째 결과물입니다. 글을 쓰기 전에 콘텐츠 방향을 먼저 잡습니다.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63819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기획카드 초안을 받았다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095848" y="563819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추정한 부분을 표시했다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930798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D1_01_나의_관심분야_기획카드로 저장했다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AI가 지어낸 것은 내 것이 아닙니다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61872"/>
            <a:ext cx="1091153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말하지 않은 경험이 들어갔는가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실제와 다른 경력이 들어갔는가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너무 대단하게 포장했는가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숫자나 사실을 임의로 넣었는가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10911535" cy="2218334"/>
          </a:xfrm>
          <a:prstGeom prst="roundRect">
            <a:avLst>
              <a:gd name="adj" fmla="val 3298"/>
            </a:avLst>
          </a:prstGeom>
          <a:solidFill>
            <a:srgbClr val="F4F5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77095" y="241401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77095" y="24140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복사해서 붙여넣기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88336"/>
            <a:ext cx="10545775" cy="1962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방금 작성한 관심 분야 기획카드에서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내가 직접 말하지 않았는데 AI가 추정한 내용이 있는지 찾아줘.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다음 표로 정리해 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의심되는 문장  2. 왜 확인이 필요한지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유지/수정/삭제 중 추천  4. 내가 확인해야 할 질문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아직 수정하지 말고 검토표만 만들어 줘.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906670"/>
            <a:ext cx="10911535" cy="457200"/>
          </a:xfrm>
          <a:prstGeom prst="roundRect">
            <a:avLst>
              <a:gd name="adj" fmla="val 16000"/>
            </a:avLst>
          </a:prstGeom>
          <a:solidFill>
            <a:srgbClr val="E8EE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90667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정리할 수는 있지만, 내 삶을 대신 살아주지는 않습니다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5418734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5418734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보기 좋은 문장을 만들었다고 전부 사실은 아닙니다. 다른 내용은 바로 지웁니다.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96737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추정 문장을 찾아냈다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25998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유지·수정·삭제를 사람이 판단했다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09728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9FB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50876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관심을 글로 바꾸기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645920" y="2606040"/>
            <a:ext cx="8899855" cy="960120"/>
          </a:xfrm>
          <a:prstGeom prst="roundRect">
            <a:avLst>
              <a:gd name="adj" fmla="val 9524"/>
            </a:avLst>
          </a:prstGeom>
          <a:solidFill>
            <a:srgbClr val="3F6B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20240" y="2606040"/>
            <a:ext cx="8351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 바로 쓰지 말고, 먼저 묻습니다 "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3840480"/>
            <a:ext cx="92656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6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생각을 AI 인터뷰로 꺼내고, 블로그 목차로 바꿉니다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6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60분 · 실습 3개 · 남는 파일 D1_02_나의_블로그_완성본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6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단계 ⑥ ⑦ ⑧ / 12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5074920"/>
            <a:ext cx="2130552" cy="0"/>
          </a:xfrm>
          <a:prstGeom prst="line">
            <a:avLst/>
          </a:prstGeom>
          <a:noFill/>
          <a:ln w="12700">
            <a:solidFill>
              <a:srgbClr val="6E8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5349240"/>
            <a:ext cx="8534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FC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나를 인터뷰하게 만들면, 내 안에 있던 소재가 훨씬 잘 나옵니다.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454335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블로그 작성 4단계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07592"/>
            <a:ext cx="2556434" cy="1828800"/>
          </a:xfrm>
          <a:prstGeom prst="roundRect">
            <a:avLst>
              <a:gd name="adj" fmla="val 5000"/>
            </a:avLst>
          </a:prstGeom>
          <a:solidFill>
            <a:srgbClr val="E8EE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472184"/>
            <a:ext cx="22821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주제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84832"/>
            <a:ext cx="22821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무엇에 대해 쓸 것인가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5114" y="1307592"/>
            <a:ext cx="2556434" cy="1828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62274" y="1472184"/>
            <a:ext cx="22821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독자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62274" y="2084832"/>
            <a:ext cx="22821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누구에게 말할 것인가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0148" y="1307592"/>
            <a:ext cx="2556434" cy="1828800"/>
          </a:xfrm>
          <a:prstGeom prst="roundRect">
            <a:avLst>
              <a:gd name="adj" fmla="val 5000"/>
            </a:avLst>
          </a:prstGeom>
          <a:solidFill>
            <a:srgbClr val="E8EE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47308" y="1472184"/>
            <a:ext cx="22821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핵심 메시지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47308" y="2084832"/>
            <a:ext cx="22821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기억하게 할 것인가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95181" y="1307592"/>
            <a:ext cx="2556434" cy="1828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32341" y="1472184"/>
            <a:ext cx="22821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글의 구조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32341" y="2084832"/>
            <a:ext cx="22821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순서로 말할 것인가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364992"/>
            <a:ext cx="10911535" cy="457200"/>
          </a:xfrm>
          <a:prstGeom prst="roundRect">
            <a:avLst>
              <a:gd name="adj" fmla="val 16000"/>
            </a:avLst>
          </a:prstGeom>
          <a:solidFill>
            <a:srgbClr val="E8EE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36499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글은 문장보다 구조가 먼저입니다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" y="3931920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글이 막히는 이유는 문장을 못 써서가 아니라 순서가 없기 때문입니다.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5354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글쓰기 전에 정해야 할 4가지를 이해했다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04 — 블로그 주제 고르기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26464"/>
            <a:ext cx="10911535" cy="3864254"/>
          </a:xfrm>
          <a:prstGeom prst="roundRect">
            <a:avLst>
              <a:gd name="adj" fmla="val 1893"/>
            </a:avLst>
          </a:prstGeom>
          <a:solidFill>
            <a:srgbClr val="F4F5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77095" y="12801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77095" y="12801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복사해서 붙여넣기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554480"/>
            <a:ext cx="10545775" cy="3608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내 관심 분야는 [관심 분야], 정한 독자는 [독자]야.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 주제로 처음 블로그를 작성하려고 해.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처음 글을 쓰는 사람이 작성하기 좋고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독자가 관심을 가질 만한 블로그 주제 10개를 추천해 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각 주제마다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제목 후보  2. 예상 독자  3. 궁금해할 이유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글에 넣으면 좋은 경험이나 사례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를 간단히 정리해 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전문적이고 어려운 주제보다 내 경험을 섞어 쓸 수 있는 주제를 우선 추천해 줘.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5418734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5418734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주제일수록 오늘 완성 가능성이 높습니다.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6737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 후보 10개를 받았다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25998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쓸 블로그 주제 1개를 선택했다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05 — AI 인터뷰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26464"/>
            <a:ext cx="10911535" cy="3535070"/>
          </a:xfrm>
          <a:prstGeom prst="roundRect">
            <a:avLst>
              <a:gd name="adj" fmla="val 2069"/>
            </a:avLst>
          </a:prstGeom>
          <a:solidFill>
            <a:srgbClr val="F4F5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77095" y="12801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77095" y="12801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복사해서 붙여넣기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554480"/>
            <a:ext cx="10545775" cy="3279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나는 다음 주제로 블로그 글을 작성하려고 해.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주제: [주제 입력]  독자: [독자 입력]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그런데 바로 글을 작성하지 마.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먼저 내가 가진 경험과 생각을 충분히 끌어내기 위해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블로그 작가처럼 나를 인터뷰해 줘. 질문은 한 번에 하나씩.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다음을 확인해 줘 — 관심을 갖게 된 이유 / 실제 경험 /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기억나는 사례 / 느낀 점 / 알려주고 싶은 점 / 주의할 점 / 나만의 의견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질문이 끝난 뒤 답변을 바탕으로 글의 목차만 작성해 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아직 본문은 쓰지 마.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508955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5089550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글을 대신 쓰는 게 아니라, 내 생각을 꺼내도록 돕게 하는 오늘의 핵심 실습입니다.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63819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질문을 하나씩 했다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095848" y="563819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5개 질문에 답했다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930798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블로그 목차가 생성되었다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잘 나온 목차는 이런 모양입니다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61872"/>
            <a:ext cx="10911535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 후보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독자가 공감할 도입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겪은 상황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내용 3가지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주의할 점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독자에게 주는 정리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 문장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3218688"/>
            <a:ext cx="10911535" cy="1559966"/>
          </a:xfrm>
          <a:prstGeom prst="roundRect">
            <a:avLst>
              <a:gd name="adj" fmla="val 4689"/>
            </a:avLst>
          </a:prstGeom>
          <a:solidFill>
            <a:srgbClr val="F4F5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77095" y="30723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77095" y="30723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복사해서 붙여넣기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46704"/>
            <a:ext cx="10545775" cy="1303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방금 만든 블로그 목차를 검토해 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내 경험이 들어갈 자리가 있는가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독자가 궁금해할 순서인가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너무 일반적인 내용은 없는가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카드 콘텐츠로 줄이기 좋은 구조인가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부족한 부분을 표로 정리하고 개선된 목차를 다시 제안해 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아직 본문은 쓰지 마.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906670"/>
            <a:ext cx="10911535" cy="457200"/>
          </a:xfrm>
          <a:prstGeom prst="roundRect">
            <a:avLst>
              <a:gd name="adj" fmla="val 16000"/>
            </a:avLst>
          </a:prstGeom>
          <a:solidFill>
            <a:srgbClr val="E8EE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90667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경험이 한 번 이상 들어가야 글이 살아납니다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5418734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5418734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목차를 보면 글의 품질이 어느 정도 보입니다.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96737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목차에 내 경험이 들어갈 위치를 확인했다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25998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목차를 받았다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06 — 블로그 초안 작성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26464"/>
            <a:ext cx="10911535" cy="3535070"/>
          </a:xfrm>
          <a:prstGeom prst="roundRect">
            <a:avLst>
              <a:gd name="adj" fmla="val 2069"/>
            </a:avLst>
          </a:prstGeom>
          <a:solidFill>
            <a:srgbClr val="F4F5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77095" y="12801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77095" y="12801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복사해서 붙여넣기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554480"/>
            <a:ext cx="10545775" cy="3279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지금까지 답한 내용과 확정한 목차를 바탕으로 블로그 초안을 작성해 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독자: [독자]  글의 목적: [목적]  문체: 쉽고 자연스러운 한국어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구성: 1.제목 2.짧은 도입 3.소제목 3~5개 4.실제 경험이나 사례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5.느낀 점 6.독자에게 도움이 되는 정리 7.마무리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조건: 말하지 않은 경험은 만들지 말 것 / 과장된 표현은 피할 것 /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AI가 작성한 것처럼 보이는 표현은 피할 것 / 반복 표현 금지 /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전문용어는 쉽게 풀어쓸 것. 1,500자 안팎으로 작성해 줘.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508955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5089550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주제·독자·경험·목차를 먼저 정했기 때문에 초안 품질이 훨씬 좋아집니다.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63819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블로그 초안이 생성되었다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095848" y="563819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제목과 소제목이 포함되었다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930798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경험 또는 의견이 포함되었다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09728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9FB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50876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눈으로 확인하기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645920" y="2606040"/>
            <a:ext cx="8899855" cy="960120"/>
          </a:xfrm>
          <a:prstGeom prst="roundRect">
            <a:avLst>
              <a:gd name="adj" fmla="val 9524"/>
            </a:avLst>
          </a:prstGeom>
          <a:solidFill>
            <a:srgbClr val="3F6B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20240" y="2606040"/>
            <a:ext cx="8351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 말로 시키고, 눈으로 확인합니다 "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3840480"/>
            <a:ext cx="92656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6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확인할 네 가지 — 사실 · 경험 · 표현 · 출처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6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초안보다 안전한 완성본이 중요합니다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5074920"/>
            <a:ext cx="2130552" cy="0"/>
          </a:xfrm>
          <a:prstGeom prst="line">
            <a:avLst/>
          </a:prstGeom>
          <a:noFill/>
          <a:ln w="12700">
            <a:solidFill>
              <a:srgbClr val="6E8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5349240"/>
            <a:ext cx="8534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FC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만든 글은 매끄럽지만, 매끄러운 글이 항상 맞는 글은 아닙니다.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454335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07 — AI 냄새 줄이기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618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이런 문장은 줄입니다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72768"/>
            <a:ext cx="10911535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현대 사회에서 ○○은 매우 중요합니다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글에서는 ○○에 대해 알아보겠습니다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결론적으로 말하자면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측면에서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매우 중요한 역할을 합니다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999232"/>
            <a:ext cx="10911535" cy="1962302"/>
          </a:xfrm>
          <a:prstGeom prst="roundRect">
            <a:avLst>
              <a:gd name="adj" fmla="val 3728"/>
            </a:avLst>
          </a:prstGeom>
          <a:solidFill>
            <a:srgbClr val="F4F5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77095" y="285292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77095" y="28529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복사해서 붙여넣기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27248"/>
            <a:ext cx="10545775" cy="170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방금 작성한 글을 다시 검토해 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AI가 자주 사용하는 상투적인 표현이나 지나치게 정돈된 문장을 찾아줘.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AI스럽게 느껴지는 문장  2. 그렇게 느껴지는 이유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사람이 실제 블로그에서 쓸 법한 자연스러운 표현으로 비교해 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그 다음 전체 글을 내가 직접 이야기하는 느낌이 살아 있도록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한 번만 다듬어 줘. 단, 의미와 사실은 변경하지 마.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508955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" y="5089550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글은 너무 반듯해서 오히려 사람 냄새가 덜 날 때가 있습니다.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63819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상투적인 문장을 3개 이상 찾았다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095848" y="563819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 전후 표현을 비교했다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930798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자연스럽게 다듬은 글을 받았다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08 — 사실·표현 검토표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26464"/>
            <a:ext cx="10911535" cy="3535070"/>
          </a:xfrm>
          <a:prstGeom prst="roundRect">
            <a:avLst>
              <a:gd name="adj" fmla="val 2069"/>
            </a:avLst>
          </a:prstGeom>
          <a:solidFill>
            <a:srgbClr val="F4F5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77095" y="12801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77095" y="12801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복사해서 붙여넣기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554480"/>
            <a:ext cx="10545775" cy="3279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방금 다듬은 블로그 글을 최종 게시 전에 검토하려고 해.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다음 기준으로 검토표를 만들어 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사실 확인이 필요한 문장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내가 말하지 않은 경험처럼 보이는 문장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과장되거나 광고처럼 보이는 표현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출처가 필요한 정보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독자가 오해할 수 있는 표현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각 항목마다 해당 문장 / 왜 확인이 필요한지 / 수정 또는 삭제 제안을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표로 정리해 줘. 아직 바로 고치지 말고 검토표만 만들어 줘.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508955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5089550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바로 고치라고 하지 않는 것이 중요합니다. 사람이 먼저 판단하고 수정합니다.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63819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검토표가 생성되었다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095848" y="563819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수정할 문장을 사람이 선택했다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930798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블로그 글을 저장했다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최종 블로그 저장하기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6187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파일명 D1_02_나의_블로그_완성본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179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들어갈 내용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10911535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제목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블로그 본문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키워드 3개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 후 수정한 내용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앞으로 보완할 내용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255264"/>
            <a:ext cx="10911535" cy="1523390"/>
          </a:xfrm>
          <a:prstGeom prst="roundRect">
            <a:avLst>
              <a:gd name="adj" fmla="val 4802"/>
            </a:avLst>
          </a:prstGeom>
          <a:solidFill>
            <a:srgbClr val="F4F5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77095" y="31089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77095" y="31089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복사해서 붙여넣기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383280"/>
            <a:ext cx="10545775" cy="1267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내 최종 블로그 글을 저장하기 좋은 형태로 정리해 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최종 제목  2. 블로그 본문  3. 핵심 키워드 3개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오늘 수정한 내용 요약  5. 나중에 보완하면 좋은 내용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파일명은 D1_02_나의_블로그_완성본으로 저장할 예정이야.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906670"/>
            <a:ext cx="10911535" cy="457200"/>
          </a:xfrm>
          <a:prstGeom prst="roundRect">
            <a:avLst>
              <a:gd name="adj" fmla="val 16000"/>
            </a:avLst>
          </a:prstGeom>
          <a:solidFill>
            <a:srgbClr val="E8EE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90667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완성은 끝이 아니라 다음 수정이 쉬운 상태입니다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418734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" y="5418734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하루 뒤 다시 읽으면 어색한 부분이 더 잘 보입니다.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96737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블로그 파일을 저장했다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25998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제목·본문·키워드가 포함되었다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09728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9FB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50876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긴 글을 한 장으로 줄이기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645920" y="2606040"/>
            <a:ext cx="8899855" cy="960120"/>
          </a:xfrm>
          <a:prstGeom prst="roundRect">
            <a:avLst>
              <a:gd name="adj" fmla="val 9524"/>
            </a:avLst>
          </a:prstGeom>
          <a:solidFill>
            <a:srgbClr val="3F6B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20240" y="2606040"/>
            <a:ext cx="8351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 블로그는 설명하고, 카드는 기억하게 합니다 "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3840480"/>
            <a:ext cx="92656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6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완성한 블로그를 한 장 카드로 줄입니다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6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40분 · 실습 3개 · 남는 파일 D1_03_관심분야_콘텐츠카드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6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단계 ⑪ ⑫ / 12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5074920"/>
            <a:ext cx="2130552" cy="0"/>
          </a:xfrm>
          <a:prstGeom prst="line">
            <a:avLst/>
          </a:prstGeom>
          <a:noFill/>
          <a:ln w="12700">
            <a:solidFill>
              <a:srgbClr val="6E8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5349240"/>
            <a:ext cx="8534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FC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카드는 사람이 5초 안에 이해할 핵심만 남기는 그릇입니다.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454335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카드 콘텐츠의 기준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07592"/>
            <a:ext cx="1091153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무슨 내용인지 바로 보인다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읽을 문장이 적다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기억할 문장이 하나 남는다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456432"/>
            <a:ext cx="10911535" cy="457200"/>
          </a:xfrm>
          <a:prstGeom prst="roundRect">
            <a:avLst>
              <a:gd name="adj" fmla="val 16000"/>
            </a:avLst>
          </a:prstGeom>
          <a:solidFill>
            <a:srgbClr val="E8EE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45643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많이 넣는 것이 아니라, 남길 것을 고르는 일입니다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02336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4023360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블로그를 줄일 때 가장 어려운 것은 버리는 일입니다.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2686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카드에는 핵심만 남긴다는 점을 이해했다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09 — 한 장 카드 내용 추출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26464"/>
            <a:ext cx="10911535" cy="3535070"/>
          </a:xfrm>
          <a:prstGeom prst="roundRect">
            <a:avLst>
              <a:gd name="adj" fmla="val 2069"/>
            </a:avLst>
          </a:prstGeom>
          <a:solidFill>
            <a:srgbClr val="F4F5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77095" y="12801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77095" y="12801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복사해서 붙여넣기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554480"/>
            <a:ext cx="10545775" cy="3279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방금 완성한 블로그 글을 한 장짜리 콘텐츠 카드로 바꾸려고 해.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글 전체를 그대로 줄이지 말고 5초 안에 이해할 핵심만 뽑아 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[카드 제목] 15자 이내  [핵심 메시지] 1문장  [핵심 내용] 3개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[강조할 숫자 또는 키워드] 있으면 1~3개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[마지막 문구] 독자가 기억해야 할 한 문장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문장은 짧게, 이미지 카드에 들어갈 수 있도록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불필요한 설명은 제거해 줘.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508955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5089550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디자인이 아니라 내용만 뽑습니다. 글자가 많으면 아무도 읽지 않습니다.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63819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제목이 15자 이내다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095848" y="563819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내용이 3개로 정리되었다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930798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기억 문장이 있다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10 — 카드뉴스 5장 구성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26464"/>
            <a:ext cx="10911535" cy="3535070"/>
          </a:xfrm>
          <a:prstGeom prst="roundRect">
            <a:avLst>
              <a:gd name="adj" fmla="val 2069"/>
            </a:avLst>
          </a:prstGeom>
          <a:solidFill>
            <a:srgbClr val="F4F5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77095" y="12801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77095" y="12801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복사해서 붙여넣기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554480"/>
            <a:ext cx="10545775" cy="3279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위 블로그 글을 5장짜리 카드뉴스로 구성해 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1장 관심을 끄는 제목  2장 문제 또는 질문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3장 핵심 내용 1  4장 핵심 내용 2와 사례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5장 정리와 기억할 한 문장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각 카드에는 카드 제목 / 본문 2~3줄 / 추천 이미지 또는 아이콘을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작성해 줘. 한 장에 글이 너무 많지 않도록 해 줘.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508955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5089550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장 카드가 어렵다면 5장으로 나눠도 되지만, 각 장은 짧아야 합니다.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63819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5장 카드 구성이 나왔다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095848" y="563819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카드에 제목·본문·이미지 제안이 있다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930798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글자가 과하지 않다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11 — 이미지 생성용 프롬프트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26464"/>
            <a:ext cx="10911535" cy="3535070"/>
          </a:xfrm>
          <a:prstGeom prst="roundRect">
            <a:avLst>
              <a:gd name="adj" fmla="val 2069"/>
            </a:avLst>
          </a:prstGeom>
          <a:solidFill>
            <a:srgbClr val="F4F5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77095" y="12801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77095" y="12801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복사해서 붙여넣기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554480"/>
            <a:ext cx="10545775" cy="3279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다음 내용의 카드뉴스 표지 이미지를 만들기 위한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이미지 생성 프롬프트를 작성해 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주제: [주제]  핵심 메시지: [내용]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스타일: 깔끔하고 전문적인 인포그래픽  화면 비율: 4:5 세로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구성: 상단-짧은 제목 / 중앙-주제를 상징하는 이미지 / 하단-핵심 메시지 한 줄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주의사항: 텍스트가 너무 많지 않게, 스마트폰에서 쉽게 읽히도록 구성.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한글 텍스트는 최종적으로 사람이 다시 확인해야 한다.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위 조건을 이미지 생성 AI에 넣기 좋은 프롬프트로 정리해 줘.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508955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5089550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안의 한글은 틀릴 수 있으니 반드시 다시 확인해야 합니다.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63819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생성용 프롬프트가 완성되었다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095848" y="563819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비율과 구성 조건이 들어갔다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930798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한글 검토 주의사항이 포함되었다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카드 최종 검토 — 5초 테스트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618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옆자리와 서로 보여 줍니다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727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5초 안에 무슨 내용인지 알겠는가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글자가 너무 많지 않은가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글도 보고 싶은가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10911535" cy="1889150"/>
          </a:xfrm>
          <a:prstGeom prst="roundRect">
            <a:avLst>
              <a:gd name="adj" fmla="val 3872"/>
            </a:avLst>
          </a:prstGeom>
          <a:solidFill>
            <a:srgbClr val="F4F5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77095" y="241401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77095" y="24140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복사해서 붙여넣기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88336"/>
            <a:ext cx="10545775" cy="1633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다음은 내가 만든 콘텐츠 카드야. [카드 내용 붙여넣기]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 카드가 스마트폰에서 5초 안에 이해될 수 있는지 검토해 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제목이 바로 이해되는가  2. 핵심 메시지가 분명한가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글자가 너무 많지 않은가  4. 기억할 문장이 있는가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줄이면 좋은 문장은 무엇인가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표로 정리해 줘. 아직 바로 수정하지 말고 검토 결과만 보여 줘.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577486"/>
            <a:ext cx="10911535" cy="457200"/>
          </a:xfrm>
          <a:prstGeom prst="roundRect">
            <a:avLst>
              <a:gd name="adj" fmla="val 16000"/>
            </a:avLst>
          </a:prstGeom>
          <a:solidFill>
            <a:srgbClr val="E8EE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577486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독자가 이해하지 못하면, 다시 줄입니다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08955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5089550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카드는 만든 사람이 아니라 보는 사람이 기준입니다.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63819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옆자리 피드백을 받았다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095848" y="563819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검토표를 받았다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930798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줄일 문장을 선택했다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12 — 피드백 반영 여부 정하기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26464"/>
            <a:ext cx="10911535" cy="3864254"/>
          </a:xfrm>
          <a:prstGeom prst="roundRect">
            <a:avLst>
              <a:gd name="adj" fmla="val 1893"/>
            </a:avLst>
          </a:prstGeom>
          <a:solidFill>
            <a:srgbClr val="F4F5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77095" y="12801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77095" y="12801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복사해서 붙여넣기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554480"/>
            <a:ext cx="10545775" cy="3608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다음은 내가 만든 블로그와 콘텐츠 카드야. [블로그 또는 카드 내용]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내가 받은 피드백은 다음과 같아. [피드백 입력]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피드백을 모두 무조건 반영하지 말고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내 콘텐츠의 목적에 맞는 것만 골라줘.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피드백  2. 반영 여부  3. 이유  4. 수정 방법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표로 정리해 줘. 내가 확인한 뒤 수정하자. 아직 바로 수정하지 마.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5418734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5418734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AI도 바로 수정하게 하지 말고 먼저 반영 여부를 나눠보게 합니다.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6737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피드백 반영표가 만들어졌다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25998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최종 반영 여부를 선택했다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최종 저장 — 세 파일 확인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0759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내_결과물\블로그카드_실습\ 안에 세 파일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81912"/>
            <a:ext cx="10911535" cy="411480"/>
          </a:xfrm>
          <a:prstGeom prst="roundRect">
            <a:avLst>
              <a:gd name="adj" fmla="val 17778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581912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D1_01_나의_관심분야_기획카드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084832"/>
            <a:ext cx="10911535" cy="411480"/>
          </a:xfrm>
          <a:prstGeom prst="roundRect">
            <a:avLst>
              <a:gd name="adj" fmla="val 17778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084832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D1_02_나의_블로그_완성본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587752"/>
            <a:ext cx="10911535" cy="411480"/>
          </a:xfrm>
          <a:prstGeom prst="roundRect">
            <a:avLst>
              <a:gd name="adj" fmla="val 17778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587752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D1_03_관심분야_콘텐츠카드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182112"/>
            <a:ext cx="10911535" cy="457200"/>
          </a:xfrm>
          <a:prstGeom prst="roundRect">
            <a:avLst>
              <a:gd name="adj" fmla="val 16000"/>
            </a:avLst>
          </a:prstGeom>
          <a:solidFill>
            <a:srgbClr val="E8EE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18211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파일이 남아야 배움이 남습니다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" y="3749040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화면에 떠 있는 결과는 아직 내 것이 아닙니다. 파일로 저장되어야 다시 꺼내 씁니다.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35254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폴더 안에 파일 3개가 있다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64515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파일을 열어 내용이 들어 있는지 확인했다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보여주기 — 1분 발표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618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사람당 1분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72768"/>
            <a:ext cx="10911535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고른 관심 분야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정한 독자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블로그 제목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카드의 핵심 문장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집에 가서 고칠 부분 하나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999232"/>
            <a:ext cx="10911535" cy="1779422"/>
          </a:xfrm>
          <a:prstGeom prst="roundRect">
            <a:avLst>
              <a:gd name="adj" fmla="val 4111"/>
            </a:avLst>
          </a:prstGeom>
          <a:solidFill>
            <a:srgbClr val="F4F5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77095" y="285292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77095" y="28529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복사해서 붙여넣기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27248"/>
            <a:ext cx="10545775" cy="152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내가 오늘 만든 결과물을 바탕으로 1분 발표 대본을 만들어 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내가 고른 관심 분야  2. 이 주제를 고른 이유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내가 정한 독자  4. 블로그 제목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콘텐츠 카드의 핵심 문장  6. 집에 가서 보완할 점 하나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말하듯이 자연스럽고 짧게 작성해 줘.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906670"/>
            <a:ext cx="10911535" cy="457200"/>
          </a:xfrm>
          <a:prstGeom prst="roundRect">
            <a:avLst>
              <a:gd name="adj" fmla="val 16000"/>
            </a:avLst>
          </a:prstGeom>
          <a:solidFill>
            <a:srgbClr val="E8EE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90667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 만든 사람보다 끝까지 만든 사람이 오늘의 기준입니다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418734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5418734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발표는 평가가 아니라 내가 만든 것을 소리 내어 확인하는 과정입니다.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96737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1분 발표 대본을 만들었다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25998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1명 이상이 발표했다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배운 AI 사용 순서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07592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307592"/>
            <a:ext cx="3295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생각을 꺼낸다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38218" y="1307592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47946" y="1307592"/>
            <a:ext cx="3295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주제를 좁힌다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36357" y="1307592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46085" y="1307592"/>
            <a:ext cx="3295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독자를 정한다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1984248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F4F5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84248"/>
            <a:ext cx="3295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인터뷰를 시킨다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38218" y="1984248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F4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47946" y="1984248"/>
            <a:ext cx="3295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목차를 만든다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36357" y="1984248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F4F5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46085" y="1984248"/>
            <a:ext cx="3295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초안을 쓴다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660904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F4F5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" y="2660904"/>
            <a:ext cx="3295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검토한다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38218" y="2660904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F4F5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447946" y="2660904"/>
            <a:ext cx="3295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카드로 줄인다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36357" y="2660904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F4F5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46085" y="2660904"/>
            <a:ext cx="3295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다시 보여주고 고친다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383280"/>
            <a:ext cx="10911535" cy="457200"/>
          </a:xfrm>
          <a:prstGeom prst="roundRect">
            <a:avLst>
              <a:gd name="adj" fmla="val 16000"/>
            </a:avLst>
          </a:prstGeom>
          <a:solidFill>
            <a:srgbClr val="E8EE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33832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순서는 블로그, 보고서, 제안서, 발표자료에 모두 쓸 수 있습니다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3950208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4672" y="3950208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배운 것은 블로그 작성법이 아니라 AI에게 일을 시키는 순서입니다.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5537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배운 순서를 말로 설명할 수 있다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집에 가서 할 일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618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만든 글은 바로 끝내지 말고 한 번 더 봅니다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72768"/>
            <a:ext cx="10911535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하루 뒤 다시 읽기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어색한 문장 3개 고치기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 또는 이미지 추가하기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 3개 더 만들어 보기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블로그 또는 SNS에 올릴지 결정하기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999232"/>
            <a:ext cx="10911535" cy="1779422"/>
          </a:xfrm>
          <a:prstGeom prst="roundRect">
            <a:avLst>
              <a:gd name="adj" fmla="val 4111"/>
            </a:avLst>
          </a:prstGeom>
          <a:solidFill>
            <a:srgbClr val="F4F5F7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77095" y="285292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F5B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77095" y="28529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복사해서 붙여넣기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27248"/>
            <a:ext cx="10545775" cy="152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오늘 만든 블로그 글을 하루 뒤 다시 검토하려고 해.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내가 확인할 체크리스트를 만들어 줘.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제목 점검  2. 첫 문장 점검  3. 너무 긴 문장 점검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내 경험이 잘 드러나는지 점검  5. 사실 확인이 필요한 부분 점검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카드 콘텐츠로 연결할 부분 점검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체크박스 형식으로 만들어 줘.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906670"/>
            <a:ext cx="10911535" cy="457200"/>
          </a:xfrm>
          <a:prstGeom prst="roundRect">
            <a:avLst>
              <a:gd name="adj" fmla="val 16000"/>
            </a:avLst>
          </a:prstGeom>
          <a:solidFill>
            <a:srgbClr val="E8EE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90667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콘텐츠는 한 번에 완성되지 않고, 한 번 더 읽을 때 좋아집니다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418734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4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5418734"/>
            <a:ext cx="105823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멘트  </a:t>
            </a:r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빠르게 만들고, 사람은 천천히 판단합니다.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96737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집에서 사용할 재검토 체크리스트를 만들었다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280160"/>
            <a:ext cx="99971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좋은 콘텐츠는 AI가 만드는 것이 아니라,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사람이 가진 것을 AI와 함께 꺼내는 것입니다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9718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→ 질문 → 경험 → 글 → 검토 → 카드 → 공유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5760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B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완주 기준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83768" y="4023360"/>
            <a:ext cx="3291840" cy="502920"/>
          </a:xfrm>
          <a:prstGeom prst="roundRect">
            <a:avLst>
              <a:gd name="adj" fmla="val 49091"/>
            </a:avLst>
          </a:prstGeom>
          <a:solidFill>
            <a:srgbClr val="3F6B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3768" y="4023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분야 기획카드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49928" y="4023360"/>
            <a:ext cx="3291840" cy="502920"/>
          </a:xfrm>
          <a:prstGeom prst="roundRect">
            <a:avLst>
              <a:gd name="adj" fmla="val 49091"/>
            </a:avLst>
          </a:prstGeom>
          <a:solidFill>
            <a:srgbClr val="3F6B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49928" y="4023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블로그 완성본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16088" y="4023360"/>
            <a:ext cx="3291840" cy="502920"/>
          </a:xfrm>
          <a:prstGeom prst="roundRect">
            <a:avLst>
              <a:gd name="adj" fmla="val 49091"/>
            </a:avLst>
          </a:prstGeom>
          <a:solidFill>
            <a:srgbClr val="3F6B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16088" y="4023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B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분야 콘텐츠 카드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502920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D6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만든 작은 결과물을 버리지 마십시오. 다음 글의 시작점이 됩니다.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454335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부록 A. 강사용 운영 메모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07592"/>
            <a:ext cx="1091153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설명은 짧게 한다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프롬프트는 복사해서 바로 쓰게 한다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번에 완성하려 하지 않는다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주제·독자·목차·초안·검토·카드 순서를 지킨다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수강생이 막히면 결과보다 화면 상태를 먼저 확인한다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456432"/>
            <a:ext cx="10911535" cy="1618488"/>
          </a:xfrm>
          <a:prstGeom prst="roundRect">
            <a:avLst>
              <a:gd name="adj" fmla="val 4520"/>
            </a:avLst>
          </a:prstGeom>
          <a:solidFill>
            <a:srgbClr val="E8EE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3529584"/>
            <a:ext cx="105823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수강생이 자주 막히는 지점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749040"/>
            <a:ext cx="1058235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▸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분야를 너무 크게 잡는다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▸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독자를 "모든 사람"으로 정한다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▸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바로 완성본을 요구한다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▸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지어낸 경험을 그대로 둔다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▸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카드에 글자를 너무 많이 넣는다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5202936"/>
            <a:ext cx="10911535" cy="457200"/>
          </a:xfrm>
          <a:prstGeom prst="roundRect">
            <a:avLst>
              <a:gd name="adj" fmla="val 16000"/>
            </a:avLst>
          </a:prstGeom>
          <a:solidFill>
            <a:srgbClr val="E8EE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5202936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"카드는 설명서가 아니라 기억 장치입니다. 한 줄만 남겨보겠습니다."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B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부록 B. 전체 결과물 파일 양식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07592"/>
            <a:ext cx="3454298" cy="3566160"/>
          </a:xfrm>
          <a:prstGeom prst="roundRect">
            <a:avLst>
              <a:gd name="adj" fmla="val 2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41732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D1_01 관심분야 기획카드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56232"/>
            <a:ext cx="317997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분야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관심을 갖게 된 이유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가진 경험 또는 지식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독자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독자가 궁금해할 내용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주제 10개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나의 차별점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확인이 필요한 내용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68698" y="1307592"/>
            <a:ext cx="3454298" cy="3566160"/>
          </a:xfrm>
          <a:prstGeom prst="roundRect">
            <a:avLst>
              <a:gd name="adj" fmla="val 2118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05858" y="141732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D1_02 블로그 완성본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05858" y="1856232"/>
            <a:ext cx="317997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제목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블로그 본문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키워드 3개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 전후 주요 표현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사실 확인 필요 항목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보완할 내용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97317" y="1307592"/>
            <a:ext cx="3454298" cy="3566160"/>
          </a:xfrm>
          <a:prstGeom prst="roundRect">
            <a:avLst>
              <a:gd name="adj" fmla="val 2118"/>
            </a:avLst>
          </a:prstGeom>
          <a:solidFill>
            <a:srgbClr val="F4F5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34477" y="141732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D1_03 콘텐츠카드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34477" y="1856232"/>
            <a:ext cx="317997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제목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메시지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내용 3개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강조 키워드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문구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이미지/아이콘 제안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카드뉴스 5장 구성안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F5B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89743" y="38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부록 C. 강의자료 디자인 적용 메모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07592"/>
            <a:ext cx="1091153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바깥쪽 진한 블루 프레임 · 내부 흰색 라운드 박스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제목은 중앙 상단 또는 좌측 대형 문구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단어는 블루 컬러 강조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프롬프트는 연회색 박스 + "복사해서 붙여넣기" 표시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기준은 체크 아이콘 · 하단 블루 안내 박스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16:9 가로형 · 한 슬라이드에 핵심 메시지 1개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456432"/>
            <a:ext cx="1666189" cy="640080"/>
          </a:xfrm>
          <a:prstGeom prst="roundRect">
            <a:avLst>
              <a:gd name="adj" fmla="val 8571"/>
            </a:avLst>
          </a:prstGeom>
          <a:solidFill>
            <a:srgbClr val="2F5BE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114800"/>
            <a:ext cx="1666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블루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52544"/>
            <a:ext cx="1666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#2F5BEA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489149" y="3456432"/>
            <a:ext cx="1666189" cy="640080"/>
          </a:xfrm>
          <a:prstGeom prst="roundRect">
            <a:avLst>
              <a:gd name="adj" fmla="val 8571"/>
            </a:avLst>
          </a:prstGeom>
          <a:solidFill>
            <a:srgbClr val="11111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89149" y="4114800"/>
            <a:ext cx="1666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진한 텍스트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2489149" y="4352544"/>
            <a:ext cx="1666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#111111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338218" y="3456432"/>
            <a:ext cx="1666189" cy="640080"/>
          </a:xfrm>
          <a:prstGeom prst="roundRect">
            <a:avLst>
              <a:gd name="adj" fmla="val 8571"/>
            </a:avLst>
          </a:prstGeom>
          <a:solidFill>
            <a:srgbClr val="66666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38218" y="4114800"/>
            <a:ext cx="1666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보조 텍스트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338218" y="4352544"/>
            <a:ext cx="1666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#666666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187288" y="3456432"/>
            <a:ext cx="1666189" cy="640080"/>
          </a:xfrm>
          <a:prstGeom prst="roundRect">
            <a:avLst>
              <a:gd name="adj" fmla="val 8571"/>
            </a:avLst>
          </a:prstGeom>
          <a:solidFill>
            <a:srgbClr val="F4F5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87288" y="4114800"/>
            <a:ext cx="1666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연한 회색 박스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187288" y="4352544"/>
            <a:ext cx="1666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#F4F5F7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036357" y="3456432"/>
            <a:ext cx="1666189" cy="640080"/>
          </a:xfrm>
          <a:prstGeom prst="roundRect">
            <a:avLst>
              <a:gd name="adj" fmla="val 8571"/>
            </a:avLst>
          </a:prstGeom>
          <a:solidFill>
            <a:srgbClr val="E8EE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36357" y="4114800"/>
            <a:ext cx="1666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 박스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036357" y="4352544"/>
            <a:ext cx="1666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#E8EEFF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885426" y="3456432"/>
            <a:ext cx="1666189" cy="640080"/>
          </a:xfrm>
          <a:prstGeom prst="roundRect">
            <a:avLst>
              <a:gd name="adj" fmla="val 8571"/>
            </a:avLst>
          </a:prstGeom>
          <a:solidFill>
            <a:srgbClr val="32B37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85426" y="4114800"/>
            <a:ext cx="1666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 그린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9885426" y="4352544"/>
            <a:ext cx="1666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#32B37B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2026-09-08T03:34:00Z</dcterms:created>
  <dcterms:modified xsi:type="dcterms:W3CDTF">2026-09-08T03:34:00Z</dcterms:modified>
</cp:coreProperties>
</file>